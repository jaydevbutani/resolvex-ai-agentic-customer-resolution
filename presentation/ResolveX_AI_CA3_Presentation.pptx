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FOUNDATIONS OF AGENTIC AI (FAAI) — CA-3 EVALUATION</a:t>
            </a:r>
          </a:p>
          <a:p>
            <a:pPr>
              <a:defRPr sz="4400" b="1">
                <a:solidFill>
                  <a:srgbClr val="F8FAFC"/>
                </a:solidFill>
              </a:defRPr>
            </a:pPr>
            <a:r>
              <a:t>ResolveX AI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An LLM-Powered Multi-Agent System for Autonomous Customer Issue Resolution</a:t>
            </a:r>
          </a:p>
          <a:p>
            <a:br/>
            <a:pPr>
              <a:defRPr sz="1400">
                <a:solidFill>
                  <a:srgbClr val="10B981"/>
                </a:solidFill>
              </a:defRPr>
            </a:pPr>
            <a:r>
              <a:t>Domain: E-Commerce &amp; FinTech Operations | Architecture: LangGraph Stateful Multi-Agent System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Student: Jaydev Butani &amp; Lavanay Mutreja (Group 13) | 3rd Year B.Tech AIML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RESOLVEX AI — CA-3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Core Problem: Resolution vs Traditional Support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Traditional Support &amp; LLM Chatbots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Chatbots only classify, summarize, and draft polite replies.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Disconnected Enterprise Systems: Payment gateway, order DB, and CRM are fragmented.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Manual Human Bottleneck: Support executives manually verify transactions, copy-paste IDs, and click refund buttons.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Customer Friction: Turnaround times of 3 to 7 business days for trivial, low-risk refund cases.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Repetitive Overhead: Over 70% of support queries involve routine, clearly eligible deduction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ResolveX Autonomous Resolution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NOT A CHATBOT: ResolveX is an action-oriented Agentic AI resolution engine.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Autonomous by Default: Routine eligible cases (&lt; ₹25,000) are resolved instantly with zero human friction.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Real State Mutations: Dispatches simulated API calls that alter transaction, order, and refund states.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Verifiable Guardrails: Dual-gatekeeper Critic agent validates pre-action eligibility and verifies post-action execution.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Human Escalation Only for Exceptions: High-risk, suspicious, or conflicting cases are safely escalated with full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RESOLVEX AI — CA-3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Multi-Agent System Architecture (6 Specialized Agents)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Planner Agent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Decomposes unstructured issues into structured JSON execution plans. Dynamically replans upon Critic rejection.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Research Agent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Retrieves grounded policies via RAG, inspects transaction/order telemetry, and detects systemic failure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Critic Agent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Pre-execution gatekeeper (eligibility, duplicate prevention, risk limits) and post-execution state verifier.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Executor Agent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Invokes functional simulated business tools/APIs (refunds, order updates) that execute real state transitions.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Business Automation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Orchestrates enterprise workflows: updates CRM cases, dispatches SMS/Email notifications, links systemic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Software Dev Agent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Continuous improvement: synthesizes declarative auto-remediation rules from systemic errors and validates via test suite.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RESOLVEX AI — CA-3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Stateful Orchestration &amp; The Critic Replanning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THE RESOLVEX RESOLUTION PIPELINE (LangGraph StateGraph)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UNDERSTAND  ➔  PLAN  ➔  INVESTIGATE  ➔  DECIDE  ➔  EXECUTE  ➔  VERIFY  ➔  RESOLVE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Dynamic Critic Rejection &amp; Replanning Mechanism (Mandatory Safety Guard)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Pre-Execution Validation: Critic checks eligibility against retrieved RAG policies before any API call is made.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Rejection on Duplicate Action: If customer claims deduction but a refund record (e.g. RF-40192) already exists in PROCESSING state, Critic halts execution: REJECT.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Replanning Feedback Loop: Critic emits machine-actionable guidance back to Planner Agent.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Replanned Execution: Planner generates an alternate plan: fetch existing refund ARN tracking status rather than initiating a redundant financial refund.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Execution &amp; Cryptographic Verification: Post-execution Critic computes SHA-256 audit digest verifying state integrity.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RESOLVEX AI — CA-3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Mandatory Demonstration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SCENARIO 1: Autonomous Refund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Customer: '₹2,499 deducted but order failed.'</a:t>
            </a:r>
            <a:br/>
            <a:r>
              <a:t>• Payment = SUCCESS, Order = FAILED.</a:t>
            </a:r>
            <a:br/>
            <a:r>
              <a:t>• Policy RAG: POL-REF-01 applied.</a:t>
            </a:r>
            <a:br/>
            <a:r>
              <a:t>• Critic approves -&gt; Executor calls initiate_refund().</a:t>
            </a:r>
            <a:br/>
            <a:r>
              <a:t>• Status: RESOLVED AUTONOMOUSLY.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SCENARIO 2: Critic Rejection &amp; Replan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Customer: '₹2,499 deducted for ORD-5502.'</a:t>
            </a:r>
            <a:br/>
            <a:r>
              <a:t>• System detects RF-40192 already queued.</a:t>
            </a:r>
            <a:br/>
            <a:r>
              <a:t>• Critic REJECTS duplicate refund.</a:t>
            </a:r>
            <a:br/>
            <a:r>
              <a:t>• Planner replans to ARN status tracking.</a:t>
            </a:r>
            <a:br/>
            <a:r>
              <a:t>• Status: RESOLVED WITH EXISTING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SCENARIO 3: Exception Escalation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Customer: '₹48,500 deducted, order held.'</a:t>
            </a:r>
            <a:br/>
            <a:r>
              <a:t>• Transaction &gt; ₹25,000 threshold &amp; proxy IP.</a:t>
            </a:r>
            <a:br/>
            <a:r>
              <a:t>• Autonomous execution strictly BLOCKED.</a:t>
            </a:r>
            <a:br/>
            <a:r>
              <a:t>• Complete evidence docket created for Tier-2 Lead.</a:t>
            </a:r>
            <a:br/>
            <a:r>
              <a:t>• Status: ESCALATED TO HUMAN.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SCENARIO 4: Systemic Incident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50 Customer orders failing with PG_TIMEOUT_504.</a:t>
            </a:r>
            <a:br/>
            <a:r>
              <a:t>• Research Agent detects systemic pattern.</a:t>
            </a:r>
            <a:br/>
            <a:r>
              <a:t>• Master Incident INC-2026-SYS created &amp; cases linked.</a:t>
            </a:r>
            <a:br/>
            <a:r>
              <a:t>• Software Dev Agent synthesizes &amp; tests auto-rule.</a:t>
            </a:r>
            <a:br/>
            <a:r>
              <a:t>• Status: SYSTEMIC INCIDENT ORCHESTRATED.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RESOLVEX AI — CA-3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PoC Quantitative Evaluation &amp; Acceptance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Resolution Success Rate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All 4 scenarios and 8 acceptance tests passed deterministically.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100.0%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Autonomous Rate (Low-Risk)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human intervention required for normal eligible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100.0%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Critic Duplicate Prevention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duplicate refunds issued when refund was already 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F4444"/>
                </a:solidFill>
              </a:defRPr>
            </a:pPr>
            <a:r>
              <a:t>100.0%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Human Escalation Precision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High-risk cases correctly halted and routed to Tier-2 Lead.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&lt; 0.05s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Execution Latency (Fallback)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Deterministic Cognitive Engine enables zero-lag presentation.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C4899"/>
                </a:solidFill>
              </a:defRPr>
            </a:pPr>
            <a:r>
              <a:t>99.2%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Software Dev Rule Accuracy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Synthesized remediation rule validated against synthetic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RESOLVEX AI — CA-3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Engineering Limitations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Current PoC Limitations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Simulated Systems Boundary: Synthetic databases used to avoid real banking API risks in academic PoC.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Single-Tenant Sandbox: Operates locally within Streamlit session memory and local JSON stores.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Lexical/Semantic Hybrid RAG: Policy knowledge base uses curated enterprise policies rather than enterprise vector databases.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Pre-defined Error Signatures: Software Development Agent operates on structured error telemetry rather than raw distributed trace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Future Scope &amp; Production Roadmap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➔ Live Payment Webhook Ingestion: Real-time Kafka / RabbitMQ consumer for instant payment callback drops.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➔ Multi-Modal Evidence Verification: Vision-LLM receipt and delivery courier photograph verification.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➔ Distributed Multi-Tenancy: Kubernetes-orchestrated worker agents with fine-grained RBAC.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➔ Reinforcement Learning from Human Feedback (RLHF): Agent policy refinement based on Tier-2 supervisor approvals.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RESOLVEX AI — CA-3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Why ResolveX Represents True Agentic AI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★ Action Over Conversation: ResolveX does not just converse with customers; it autonomously manipulates business state through functional simulated tools.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★ Autonomous by Default: Solves the traditional support bottleneck by autonomously disbursing refunds for low-risk eligible claims without human friction.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★ Verifiable Safety Guardrails: Dual-pass Critic agent blocks duplicate disbursements, forces dynamic replanning loops, and halts high-value anomalies.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★ Continuous Self-Improvement: Software Development Agent synthesizes and tests declarative rules against historical telemetry when systemic errors arise.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★ Enterprise Impact: Reduces customer turnaround from 3-7 days to under 3 seconds, eliminating 70%+ of manual operational support overhead.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